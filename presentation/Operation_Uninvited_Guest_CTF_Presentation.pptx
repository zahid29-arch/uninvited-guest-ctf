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38BDF8"/>
                </a:solidFill>
              </a:defRPr>
            </a:pPr>
            <a:r>
              <a:t>OPERATION UNINVITED GUEST</a:t>
            </a:r>
          </a:p>
          <a:p>
            <a:pPr>
              <a:spcAft>
                <a:spcPts val="2000"/>
              </a:spcAft>
              <a:defRPr sz="2200">
                <a:solidFill>
                  <a:srgbClr val="F1F5F9"/>
                </a:solidFill>
              </a:defRPr>
            </a:pPr>
            <a:r>
              <a:t>Multi-Stage Penetration Testing &amp; Forensic CTF Platform</a:t>
            </a:r>
          </a:p>
          <a:p>
            <a:pPr>
              <a:spcAft>
                <a:spcPts val="2400"/>
              </a:spcAft>
              <a:defRPr sz="1500" b="1">
                <a:solidFill>
                  <a:srgbClr val="4ADE80"/>
                </a:solidFill>
              </a:defRPr>
            </a:pPr>
            <a:r>
              <a:t>SLIIT IE3132 — Penetration Testing | Assignment 02 Final Demonstration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Role Matrix: Member 1 (Platform) | Member 2 (Stages 1-3) | Member 3 (Stages 4-6) | Member 4 (Testing &amp; QA)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OPERATION UNINVITED GUEST — CTF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Presentation Structure &amp; Rubric Mapping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Member 1 (3.5 mins)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CTF Platform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Docker / VM Hybrid Setup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Network Segmentation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Security &amp; Isolation Controls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Automated Reset Mechanism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55448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73736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ADE80"/>
                </a:solidFill>
              </a:defRPr>
            </a:pPr>
            <a:r>
              <a:t>Member 2 (3.75 mins)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Challenge Design A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Stage 1: OSINT Identity Correlation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Stage 2: Juice Shop SQLi Bypass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Stage 3: Evidence Zip Cracking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Solvers: stages 1, 2,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BBF24"/>
                </a:solidFill>
              </a:defRPr>
            </a:pPr>
            <a:r>
              <a:t>Member 3 (3.75 mins)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Challenge Design B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Stage 4: Proxy Log Forensics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Stage 5: Steghide DCT Extraction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Stage 6: The Dark Exchange &amp; PCAP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Solvers: stages 4, 5, 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55448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73736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7171"/>
                </a:solidFill>
              </a:defRPr>
            </a:pPr>
            <a:r>
              <a:t>Member 4 (3.0 mins)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Integration, QA &amp; Audit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Continuous Forensic Storyline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Master Test Runner (7 Tests)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Defects Identified &amp; Solved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Assignment 01 Justifications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MEMBER 1: CTF PLATFORM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Member 1: Deployment &amp; Network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Hybrid VM / Container Topology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Host OS: Ubuntu Server 22.04 LTS (Isolated VM)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Containerized Stack (Docker Compose):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- CTFd (:8000): Scored submission &amp; tactical HUD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- OWASP Juice Shop (:3000): E-commerce target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- The Dark Exchange (:8086): Contraband vault portal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Zero-Touch Startup: ./start.sh deploys in &lt; 45 seconds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Approved Diagram vs Built: 100% compliant with spec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Network Segmentation &amp; Controls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Isolated Docker Network: uninvited_net (Bridge)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Attacker Interface: Kali Linux on Host-Only 192.168.60.0/24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Target IP: 192.168.60.10 (Static interface)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Strict Port Binding: Only :8000, :3000, :8086, and :22 open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Access Restriction: Read-only (:ro) mounts for core assets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Zero Outbound Internet: No public/campus network bleed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MEMBER 1: CTF PLATFORM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Member 1: Security Controls, Scoring &amp; Reset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Scoring &amp; Validation Controls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Standardized Flag Format: uninvited{...} wrapper + raw tokens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Sequential Stage Progression: Unlocks dynamically on solve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Graduated Hint Deductions: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- Hint 1 penalty: -10 points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- Subsequent hints: -20 points penalty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Custom Tactical HUD: Cyberpunk UI replacing generic theme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Dynamic IP Resolver: Seamless multi-subnet adaptability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ADE80"/>
                </a:solidFill>
              </a:defRPr>
            </a:pPr>
            <a:r>
              <a:t>Automated State Reset Mechanism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Rapid Reset Tooling: ./reset.sh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Restoration Process: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- Wipes transient solves, logs, and user tables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- Re-seeds admin accounts and initial prerequisites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- Restores clean forensic state in &lt; 5 seconds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Lightweight Footprint: Stack runs comfortably under 2 GB RAM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Deterministic: Solvers re-validated after every state wipe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MEMBER 2: CHALLENGE DESIGN A (STAGE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Stage 1: OSINT — Unmasking the Uninvited Guest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Challenge Construction &amp; Artifacts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Concept: Multi-source OSINT digital breadcrumb correlation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Crafted Artifacts Provided to Players: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- blog_about.html: Engineering team public roster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- leaked_paste.html: Leaked internal employee pastebin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- forum_profile.html: 0xNull underground forum account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Design Realism: First name and surname split across sources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Fairness: No visual highlights or spoilers embedded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ADE80"/>
                </a:solidFill>
              </a:defRPr>
            </a:pPr>
            <a:r>
              <a:t>Intended Solve Path &amp; Verification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Exploitation Steps: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1. Review blog -&gt; Lead architect first name: Adrian (k3ss_void)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2. Note email naming rule: {first}.{last}@uninvited.local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3. Cross-reference handle k3ss_void in leaked staff paste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4. Recover surname: Kessler (Badge EMP-4401)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5. Correlate Target: Adrian Kessler -&gt; adrian.kessler@uninvited.local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Flag: uninvited{adrian_kessler}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Solver Script: solvers/stage1_solver.py (Automated correlation)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MEMBER 2: CHALLENGE DESIGN A (STAGE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Stage 2: Web Security — Front Door (Juice Shop)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Target Setup &amp; Vulnerability Context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Target Service: OWASP Juice Shop on port 3000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Target Account Injection: users.yml seed file mounted :ro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Injected Admin Record: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- Email: adrian.kessler@uninvited.local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- Role: admin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Vulnerability: SQLite SQL Injection in Login Email input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Pedagogical Objective: Practical authentication bypass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ADE80"/>
                </a:solidFill>
              </a:defRPr>
            </a:pPr>
            <a:r>
              <a:t>Exploitation &amp; Flag Extraction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Attack Path: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1. Access http://192.168.60.10:3000/#/login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2. Craft SQL Injection Payload into Email field: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adrian.kessler@uninvited.local'--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3. Enter any arbitrary password and submit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4. Bypasses authentication; logs in as Administrator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5. Inspect Profile / Header badge -&gt; username adrian.kessler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Flag: uninvited{adrian.kessler}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Solver Script: solvers/stage2_solver.py (POSTs SQLi &amp; saves JWT)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MEMBER 2: CHALLENGE DESIGN A (STAGE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Stage 3: Cryptography — Evidence Vault Cracking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Challenge Construction &amp; Packaging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Generation Script: stages/stage3_crypto/build_evidence_zip.py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Vault Protection: ZipCrypto password archive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Restricted Exposure: /rest/admin/evidence_photos.zip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Access Gate: Requires Stage 2 admin session (HTTP 401 unauth)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Evidence Contents: 10 authentic Juice Shop product images,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plus flag.txt and investigator case_notes.txt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Wordlist: Tailored OSINT password list (wordlist.txt)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ADE80"/>
                </a:solidFill>
              </a:defRPr>
            </a:pPr>
            <a:r>
              <a:t>Attack Execution &amp; Solution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Attack Path: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1. Download evidence_photos.zip using Stage 2 admin token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2. Execute dictionary attack against encrypted archive: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fcrackzip -u -D -p wordlist.txt evidence_photos.zip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(or zip2john evidence_photos.zip &gt; hash &amp;&amp; john hash)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3. Recovers administrator password: Kessler123!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4. Decrypts images (crucial carrier image for Stages 4 &amp; 5)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Flag: uninvited{Kessler123!}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Solver Script: solvers/stage3_solver.py (Multi-threaded dictionary)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MEMBER 3: CHALLENGE DESIGN B (STAGE 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Stage 4: Digital Forensics — Follow the Clicks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Log Synthesis &amp; Forensic Artifacts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Generation Script: stages/stage4_forensics/generate_proxy_log.py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Synthesized Log: 114 KB authentic Burp Suite XML history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Traffic Emulation: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- 80+ realistic HTTP requests with full headers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- Realistic product browsing patterns (2-4 requests per item)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Forensic Anomaly: Single asset targeted with abnormal skew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Educational Value: Log parsing, filtering, and statistical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BBF24"/>
                </a:solidFill>
              </a:defRPr>
            </a:pPr>
            <a:r>
              <a:t>Log Analysis &amp; Anomaly Detection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Analysis Workflow: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1. Parse proxy_history.xml looking for product image URLs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2. Count hit distribution across /assets/public/images/products/: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- apple_juice.jpg: 45 hits  [CRITICAL OUTLIER]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- orange_juice.jpg: 4 hits | banana_juice.jpg: 3 hits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3. Correlate with Stage 3 evidence photos -&gt; apple_juice.jpg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Flag: uninvited{apple_juice.jpg}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Solver Script: solvers/stage4_solver.py (XML parser &amp; counter)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MEMBER 3: CHALLENGE DESIGN B (STAGE 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Stage 5: Steganography — Hidden in Plain Sight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Covert Channel &amp; Stego Encoding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Carrier Asset: apple_juice.jpg (recovered from Stage 3 zip)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Generation Script: stages/stage5_stego/embed_stego.py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Steganographic Algorithm: Steghide DCT coefficient encoding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Stealth Characteristic: No visual distortion; indistinguishable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Embedded Payload: link.txt containing secret transit endpoint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Passphrase Configuration: Empty passphrase ("" for fair play)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BBF24"/>
                </a:solidFill>
              </a:defRPr>
            </a:pPr>
            <a:r>
              <a:t>Steghide Extraction &amp; Discovery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Extraction Workflow: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1. Run Steghide against outlier image: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steghide extract -sf apple_juice.jpg -p ""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2. Extracts embedded link.txt file to disk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3. Content revealed: http://localhost:8086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4. Identifies internal communication channel: The Dark Exchange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Flag: uninvited{http://localhost:8086}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Solver Script: solvers/stage5_solver.py (Programmatic Steghide)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MEMBER 3: CHALLENGE DESIGN B (STAGE 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Stage 6: Networking — The Dark Exchange &amp; PCAP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The Dark Exchange Portal &amp; PCAP Trace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Custom Portal: Node.js/Express contraband repository (:8086)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Authentication: Uses Adrian's credentials from Stages 1 &amp; 3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Network Trace Generator: stages/stage6_pcap/generate_pcap.py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Synthesized Capture: 25 KB Scapy PCAP trace (upload_capture.pcap)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Packet Structure: 3-way handshakes, ARP, rogue multipart POST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Payload: Dispatched exfiltration manifest with encoded token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BBF24"/>
                </a:solidFill>
              </a:defRPr>
            </a:pPr>
            <a:r>
              <a:t>Packet Analysis &amp; Accomplice Attribution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Analysis Workflow: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1. Log into :8086 (adrian.kessler@uninvited.local / Kessler123!)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2. Download upload_capture.pcap from Vault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3. Wireshark filter: http.request.method == "POST"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4. Inspect TCP stream -&gt; X-Exfil-Operator: VmljdG9yIEhhbGU=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5. Decode Base64 token: echo 'VmljdG9yIEhhbGU=' | base64 -d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6. Recovers accomplice identity: Victor Hale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Flag: uninvited{victor_hale} | Solver: solvers/stage6_solver.py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MEMBER 4: INTEGRATION, TESTING &amp;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End-to-End Narrative Progression &amp; Dependencies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Interlocking Forensic Dependency Chain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STAGE 1 (OSINT) -&gt; Recovers Adrian Kessler's corporate email (adrian.kessler@uninvited.local)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| [Direct Dependency: Target email required for SQLi]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STAGE 2 (Web SQLi) -&gt; Bypasses Juice Shop login; retrieves admin JWT &amp; session authorization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| [Direct Dependency: Admin token required to download restricted evidence vault]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STAGE 3 (Cryptography) -&gt; Cracks evidence_photos.zip to recover master password Kessler123! + images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| [Direct Dependency: Yields password for Stage 6 + 10 product images for Stages 4 &amp; 5]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STAGE 4 (Forensics) -&gt; Analyzes Burp proxy history to isolate apple_juice.jpg as outlier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| [Direct Dependency: Isolates specific carrier image needed for steganography]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STAGE 5 (Steganography) -&gt; Extracts covert URL http://localhost:8086 from apple_juice.jpg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| [Direct Dependency: Delivers URL; combines with Stage 3 password to access Stage 6]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STAGE 6 (Networking) -&gt; Analyzes PCAP trace on The Dark Exchange to unmask accomplice Victor Hale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MEMBER 4: INTEGRATION, TESTING &amp;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Automated Verification &amp; Defects Resolved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Master Test Harness: run_all_tests.py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Automated Test Coverage: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- 7 Environment Unit Tests (test_environment.py)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Ports, HTTP codes, SQLi response, JWT, Zip validity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- 6 Sequential Solver Scripts (solvers/stage1-6)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Execution Evidence: tests/test_execution.log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Results: 100% Passed (7/7 Unit Tests, 6/6 Solvers)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Run Time: Completes in under 4.5 seconds total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Unintended Path Checks: Tested and blocked direct shortcuts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7171"/>
                </a:solidFill>
              </a:defRPr>
            </a:pPr>
            <a:r>
              <a:t>Key Defects Identified &amp; Resolved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1. Recursive MutationObserver Freeze: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- Bug: challenges.html had infinite loop freezing browser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- Fix: Disconnected observer during DOM mutations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2. CTFd File Upload 404s: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- Bug: Missing upload directory mount in container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- Fix: Added UPLOAD_FOLDER &amp; root user to docker-compose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3. Target Highlight &amp; Spoiler Elimination: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- Fix: Removed featured CSS styling from Stage 1 files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- Fix: Removed spoiler names from CTFd storyline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MEMBER 4: INTEGRATION, TESTING &amp;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Design Evolution from Assignment 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Assignment 01 Proposal vs Built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A1 Proposal: Loose script files and static downloads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As Built: Fully containerized multi-service Docker stack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A1 Proposal: Standard basic CTFd challenge view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As Built: Tactical Cyberpunk HUD with dynamic IP discovery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A1 Proposal: Generic PCAP download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As Built: Standalone authenticated Dark Exchange portal (:8086)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ADE80"/>
                </a:solidFill>
              </a:defRPr>
            </a:pPr>
            <a:r>
              <a:t>Engineering Justification &amp; Benefits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Enhanced Realism: Authentic adversary infrastructure emulated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Zero Host Collision: Docker prevents port/package conflicts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Multi-Platform Flexibility: Plays on Kali, Windows, or Mac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Defensive Integrity: Read-only mounts prevent tampering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Continuous Narrative: Replaced isolated puzzles with an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interlocking investigation narrative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OPERATION UNINVITED GUEST — CTF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Conclusion &amp; Project Deliverables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Assessment Deliverables Completed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All Requirements Met &amp; Verified: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• CTF Play Box: Docker Compose hybrid VM stack, start.sh, reset.sh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• Source Code: Complete solver scripts (1-6) and challenge generators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• Evidence of Contribution: EVIDENCE_OF_CONTRIBUTION.md with commit matrix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• 100% Passing Test Harness: run_all_tests.py &amp; test_execution.log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Final Flag Summary: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Stage 1 (OSINT): uninvited{adrian_kessler}  | Stage 2 (Web): uninvited{adrian.kessler}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Stage 3 (Crypto): uninvited{Kessler123!}   | Stage 4 (Forensics): uninvited{apple_juice.jpg}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    Stage 5 (Stego): uninvited{http://localhost:8086} | Stage 6 (Net): uninvited{victor_hale}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GitHub Repository: https://github.com/Zahid29-arch/uninvited-guest-ctf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Thank you! We are now open for Evaluator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